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自己分析迷子 — なんとなく就活を始める問題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FDBFE"/>
                </a:solidFill>
              </a:defRPr>
            </a:pPr>
            <a:r>
              <a:t>特別演習II 問題定義プレゼンテーション / 就活×自己分析・キャリア形成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理想の姿：あるべき就活生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● 自分の強み・価値観を経験と結びつけて語れる</a:t>
            </a:r>
            <a:br/>
            <a:r>
              <a:t>● 就活の軸を持ち納得して企業を選べる</a:t>
            </a:r>
            <a:br/>
            <a:r>
              <a:t>● 企業の求める「人柄」と自分を結びつけて話せる</a:t>
            </a:r>
            <a:br/>
            <a:r>
              <a:t>→ 全員が十分な自己理解を持って挑むのが理想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チーム定義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現状とデータ：6割が自己分析に苦戦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● 就活で大変だったこと1位：自己分析 60.7%</a:t>
            </a:r>
            <a:br/>
            <a:r>
              <a:t>● ESで最も重要だったこと：自己分析 42.6%</a:t>
            </a:r>
            <a:br/>
            <a:r>
              <a:t>● 9月未内々定者の35.2%が自己分析に逆戻り</a:t>
            </a:r>
            <a:br/>
            <a:r>
              <a:t>→ 秋になっても土台作りが終わらない</a:t>
            </a:r>
          </a:p>
        </p:txBody>
      </p:sp>
      <p:pic>
        <p:nvPicPr>
          <p:cNvPr id="4" name="Picture 3" descr="gakujo_tai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73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学情 26卒 n=275 2025.8-9 https://service.gakujo.ne.jp/ / dodaキャンパス n=317 / マイナビ n=1268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定義された問題：ギャップ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91C1C"/>
                </a:solidFill>
              </a:defRPr>
            </a:pPr>
            <a:r>
              <a:t>本来は全員が十分な自己理解で挑むべきにもかかわらず、</a:t>
            </a:r>
            <a:br/>
            <a:r>
              <a:t>やり方とゴールが分からないために、6割が苦戦したまま選考に進んでしまうことが問題である。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F2937"/>
                </a:solidFill>
              </a:defRPr>
            </a:pPr>
            <a:r>
              <a:t>理想 [十分な自己理解]  −  現状 [手順・ゴール不明]  =  ギャップ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学情60.7% / Synergy信頼できる30.5%・保留42.0%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なぜ解決すべきか：双方に損失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● 企業1,182社中93.8%が採用基準で「人柄」重視</a:t>
            </a:r>
            <a:br/>
            <a:r>
              <a:t>● 学生のアピール上位も人柄40.9% → 言語化が評価に直結</a:t>
            </a:r>
            <a:br/>
            <a:r>
              <a:t>● 社会人40%が入社後ギャップ → ミスマッチ・離職コスト</a:t>
            </a:r>
            <a:br/>
            <a:r>
              <a:t>→ 放置は学生・企業・社会の三者損失</a:t>
            </a:r>
          </a:p>
        </p:txBody>
      </p:sp>
      <p:pic>
        <p:nvPicPr>
          <p:cNvPr id="4" name="Picture 3" descr="hakusho_kig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73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就職白書2026 企業1182社・学生1326人 https://jbrc.recruit.co.jp/ / doda社会人n=124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まとめ &amp; 次回プロセス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● まとめ：問題は「自己分析の質とタイミングのギャップ」</a:t>
            </a:r>
            <a:br/>
            <a:r>
              <a:t>● 次回1：原因分析（なぜ伝わらないか）</a:t>
            </a:r>
            <a:br/>
            <a:r>
              <a:t>● 次回2：既存支援の調査（大学・ツール）</a:t>
            </a:r>
            <a:br/>
            <a:r>
              <a:t>● 締め：なんとなく就活をなくすために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付録A：数値一覧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【学情 n=275】大変:自己分析60.7/面接57.1/ES45.8/業界研究39.6</a:t>
            </a:r>
            <a:br/>
            <a:r>
              <a:t>【学情】頑張って良かった:自己分析46.5/面接42.5</a:t>
            </a:r>
            <a:br/>
            <a:r>
              <a:t>【doda n=317】ES重要:自己分析42.6 / 自己PRは自己分析基41%</a:t>
            </a:r>
            <a:br/>
            <a:r>
              <a:t>【doda n=239】開始3年4-6月35% / 手法ツール30%自分史21%</a:t>
            </a:r>
          </a:p>
        </p:txBody>
      </p:sp>
      <p:pic>
        <p:nvPicPr>
          <p:cNvPr id="4" name="Picture 3" descr="mynavi_ac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28738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各社公表資料（スライドHTMLにリンク集約）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付録B：数値一覧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937"/>
                </a:solidFill>
              </a:defRPr>
            </a:pPr>
            <a:r>
              <a:t>【マイナビ n=1268】9月未内々定:企業研究39.2/業界38.5/自己分析35.2</a:t>
            </a:r>
            <a:br/>
            <a:r>
              <a:t>【Synergy n=200】診断経験53.0/一致58.3/信頼30.5/保留42.0</a:t>
            </a:r>
            <a:br/>
            <a:r>
              <a:t>【白書】企業人柄93.8% / 学生人柄40.9% / AI自己分析利用57.1%</a:t>
            </a:r>
            <a:br/>
            <a:r>
              <a:t>【社会人 n=124】入社後ギャップ40%</a:t>
            </a:r>
          </a:p>
        </p:txBody>
      </p:sp>
      <p:pic>
        <p:nvPicPr>
          <p:cNvPr id="4" name="Picture 3" descr="synergy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029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出典: 就職白書2026データ集PDF / PR TIMES Synergy 2025.11.26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